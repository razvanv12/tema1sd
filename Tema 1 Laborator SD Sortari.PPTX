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292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14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950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27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50942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785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05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303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694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0789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6189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3447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17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5146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5743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4854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668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CBAE2AB-131C-4BDA-A1BF-B10DF8E952C1}" type="datetimeFigureOut">
              <a:rPr lang="ro-RO" smtClean="0"/>
              <a:t>14.03.2022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17975-942D-4E91-BAE3-B58B9AF00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50417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date</a:t>
            </a:r>
            <a:endParaRPr lang="ro-RO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 smtClean="0"/>
              <a:t>Profesor</a:t>
            </a:r>
            <a:r>
              <a:rPr lang="en-US" b="1" dirty="0" smtClean="0"/>
              <a:t>: </a:t>
            </a:r>
            <a:r>
              <a:rPr lang="en-US" b="1" dirty="0" err="1" smtClean="0"/>
              <a:t>Dumitran</a:t>
            </a:r>
            <a:r>
              <a:rPr lang="en-US" b="1" dirty="0" smtClean="0"/>
              <a:t> M.</a:t>
            </a:r>
          </a:p>
          <a:p>
            <a:r>
              <a:rPr lang="en-US" b="1" dirty="0" err="1" smtClean="0"/>
              <a:t>Laborant</a:t>
            </a:r>
            <a:r>
              <a:rPr lang="en-US" b="1" dirty="0" smtClean="0"/>
              <a:t>: </a:t>
            </a:r>
            <a:r>
              <a:rPr lang="en-US" b="1" dirty="0" err="1" smtClean="0"/>
              <a:t>Badea</a:t>
            </a:r>
            <a:r>
              <a:rPr lang="en-US" b="1" dirty="0" smtClean="0"/>
              <a:t> A.</a:t>
            </a:r>
            <a:endParaRPr lang="ro-RO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462865" y="5812970"/>
            <a:ext cx="3517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Student: Velciu Razvan Gabriel</a:t>
            </a:r>
          </a:p>
          <a:p>
            <a:r>
              <a:rPr lang="en-US" b="1" dirty="0" err="1" smtClean="0"/>
              <a:t>Grupa</a:t>
            </a:r>
            <a:r>
              <a:rPr lang="en-US" b="1" dirty="0" smtClean="0"/>
              <a:t>: 133</a:t>
            </a:r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18731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Algoritmii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sortare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In </a:t>
                </a:r>
                <a:r>
                  <a:rPr lang="en-US" dirty="0" err="1" smtClean="0"/>
                  <a:t>codul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sursa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scris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limbajul</a:t>
                </a:r>
                <a:r>
                  <a:rPr lang="en-US" dirty="0" smtClean="0"/>
                  <a:t> C++ </a:t>
                </a:r>
                <a:r>
                  <a:rPr lang="en-US" dirty="0" err="1" smtClean="0"/>
                  <a:t>voi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prezenta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urmatorii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algoritmi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sortare</a:t>
                </a:r>
                <a:r>
                  <a:rPr lang="en-US" dirty="0" smtClean="0"/>
                  <a:t>:</a:t>
                </a:r>
              </a:p>
              <a:p>
                <a:r>
                  <a:rPr lang="en-US" dirty="0" err="1" smtClean="0"/>
                  <a:t>MergeSort</a:t>
                </a:r>
                <a:endParaRPr lang="en-US" dirty="0" smtClean="0"/>
              </a:p>
              <a:p>
                <a:r>
                  <a:rPr lang="en-US" dirty="0" err="1" smtClean="0"/>
                  <a:t>RadixSort</a:t>
                </a:r>
                <a:r>
                  <a:rPr lang="en-US" dirty="0" smtClean="0"/>
                  <a:t> ( in </a:t>
                </a:r>
                <a:r>
                  <a:rPr lang="en-US" dirty="0" err="1" smtClean="0"/>
                  <a:t>baza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10,  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 smtClean="0"/>
                  <a:t> )</a:t>
                </a:r>
              </a:p>
              <a:p>
                <a:r>
                  <a:rPr lang="en-US" dirty="0" err="1" smtClean="0"/>
                  <a:t>ShellSort</a:t>
                </a:r>
                <a:endParaRPr lang="en-US" dirty="0" smtClean="0"/>
              </a:p>
              <a:p>
                <a:r>
                  <a:rPr lang="en-US" dirty="0" err="1" smtClean="0"/>
                  <a:t>BubbleSort</a:t>
                </a:r>
                <a:endParaRPr lang="en-US" dirty="0" smtClean="0"/>
              </a:p>
              <a:p>
                <a:r>
                  <a:rPr lang="en-US" dirty="0" err="1" smtClean="0"/>
                  <a:t>CountingSort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87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992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859549"/>
              </p:ext>
            </p:extLst>
          </p:nvPr>
        </p:nvGraphicFramePr>
        <p:xfrm>
          <a:off x="2844800" y="1690688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7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 s / 4136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391 / 391,0k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</a:t>
                      </a:r>
                      <a:r>
                        <a:rPr lang="en-US" baseline="0" dirty="0" smtClean="0"/>
                        <a:t> / 13.2 </a:t>
                      </a:r>
                      <a:r>
                        <a:rPr lang="en-US" baseline="0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9.6 s</a:t>
                      </a:r>
                      <a:r>
                        <a:rPr lang="en-US" baseline="0" dirty="0" smtClean="0"/>
                        <a:t> / 10,3k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33.4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18,1 / 18,6k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938888"/>
              </p:ext>
            </p:extLst>
          </p:nvPr>
        </p:nvGraphicFramePr>
        <p:xfrm>
          <a:off x="2844800" y="4423919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3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/ 3425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400 / 400,7k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10.2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10.2</a:t>
                      </a:r>
                      <a:r>
                        <a:rPr lang="en-US" baseline="0" dirty="0" smtClean="0"/>
                        <a:t> / 1085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84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RadixSort10 (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10 )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203530"/>
              </p:ext>
            </p:extLst>
          </p:nvPr>
        </p:nvGraphicFramePr>
        <p:xfrm>
          <a:off x="2844800" y="1690688"/>
          <a:ext cx="65024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</a:t>
                      </a:r>
                      <a:r>
                        <a:rPr lang="en-US" baseline="0" dirty="0" smtClean="0"/>
                        <a:t> / 0 </a:t>
                      </a:r>
                      <a:r>
                        <a:rPr lang="en-US" baseline="0" dirty="0" err="1" smtClean="0"/>
                        <a:t>ms</a:t>
                      </a:r>
                      <a:endParaRPr lang="en-US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159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r>
                        <a:rPr lang="en-US" baseline="0" dirty="0" smtClean="0"/>
                        <a:t> s / 11.4k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 0 s / 539.8 </a:t>
                      </a:r>
                      <a:r>
                        <a:rPr lang="en-US" baseline="0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 s / 813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22847"/>
              </p:ext>
            </p:extLst>
          </p:nvPr>
        </p:nvGraphicFramePr>
        <p:xfrm>
          <a:off x="2844800" y="4423919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281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 / 23.5k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12.6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</a:t>
                      </a:r>
                      <a:r>
                        <a:rPr lang="en-US" baseline="0" dirty="0" smtClean="0"/>
                        <a:t> s / 950.4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13.3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187 / 188.0k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17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RadixSort2_8 (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2^8 )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796766"/>
              </p:ext>
            </p:extLst>
          </p:nvPr>
        </p:nvGraphicFramePr>
        <p:xfrm>
          <a:off x="2844800" y="1690688"/>
          <a:ext cx="6502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120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/ 344.4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0.3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 s / 731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4031"/>
              </p:ext>
            </p:extLst>
          </p:nvPr>
        </p:nvGraphicFramePr>
        <p:xfrm>
          <a:off x="2844800" y="4423919"/>
          <a:ext cx="6502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</a:t>
                      </a:r>
                      <a:r>
                        <a:rPr lang="en-US" baseline="0" dirty="0" smtClean="0"/>
                        <a:t> / 0 </a:t>
                      </a:r>
                      <a:r>
                        <a:rPr lang="en-US" baseline="0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125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 s / 1037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555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1.1 s / 14970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1.1 s / 14970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257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RadixSort2_16 (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2^16 ) 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30475"/>
              </p:ext>
            </p:extLst>
          </p:nvPr>
        </p:nvGraphicFramePr>
        <p:xfrm>
          <a:off x="2844800" y="1690688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68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ms</a:t>
                      </a:r>
                      <a:r>
                        <a:rPr lang="en-US" baseline="0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338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ms</a:t>
                      </a:r>
                      <a:r>
                        <a:rPr lang="en-US" baseline="0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434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018391"/>
              </p:ext>
            </p:extLst>
          </p:nvPr>
        </p:nvGraphicFramePr>
        <p:xfrm>
          <a:off x="2844800" y="4423919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</a:t>
                      </a:r>
                      <a:r>
                        <a:rPr lang="en-US" baseline="0" dirty="0" smtClean="0"/>
                        <a:t> / 95 </a:t>
                      </a:r>
                      <a:r>
                        <a:rPr lang="en-US" baseline="0" dirty="0" err="1" smtClean="0"/>
                        <a:t>ms</a:t>
                      </a:r>
                      <a:r>
                        <a:rPr lang="en-US" baseline="0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1.2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342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2.3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ms</a:t>
                      </a:r>
                      <a:r>
                        <a:rPr lang="en-US" baseline="0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411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72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ShellSort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564789"/>
              </p:ext>
            </p:extLst>
          </p:nvPr>
        </p:nvGraphicFramePr>
        <p:xfrm>
          <a:off x="2844800" y="1690688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7.2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16.7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009836"/>
              </p:ext>
            </p:extLst>
          </p:nvPr>
        </p:nvGraphicFramePr>
        <p:xfrm>
          <a:off x="2844800" y="4423919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9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24.4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07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092390"/>
              </p:ext>
            </p:extLst>
          </p:nvPr>
        </p:nvGraphicFramePr>
        <p:xfrm>
          <a:off x="2844800" y="1690688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10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52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r>
                        <a:rPr lang="en-US" baseline="0" dirty="0" smtClean="0"/>
                        <a:t> s / 204 </a:t>
                      </a:r>
                      <a:r>
                        <a:rPr lang="en-US" baseline="0" dirty="0" err="1" smtClean="0"/>
                        <a:t>ms</a:t>
                      </a:r>
                      <a:r>
                        <a:rPr lang="en-US" baseline="0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586560"/>
              </p:ext>
            </p:extLst>
          </p:nvPr>
        </p:nvGraphicFramePr>
        <p:xfrm>
          <a:off x="2844800" y="4423919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8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baseline="0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53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191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81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17215"/>
              </p:ext>
            </p:extLst>
          </p:nvPr>
        </p:nvGraphicFramePr>
        <p:xfrm>
          <a:off x="2844800" y="1690688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01629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198301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08603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14440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75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50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11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0 </a:t>
                      </a:r>
                      <a:r>
                        <a:rPr lang="en-US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101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314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</a:t>
                      </a:r>
                      <a:r>
                        <a:rPr lang="en-US" baseline="0" dirty="0" smtClean="0"/>
                        <a:t> 0 </a:t>
                      </a:r>
                      <a:r>
                        <a:rPr lang="en-US" baseline="0" dirty="0" err="1" smtClean="0"/>
                        <a:t>ms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209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2073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951060"/>
              </p:ext>
            </p:extLst>
          </p:nvPr>
        </p:nvGraphicFramePr>
        <p:xfrm>
          <a:off x="2844800" y="4423919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294093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95985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237405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495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Max=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10^3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</a:t>
                      </a:r>
                      <a:r>
                        <a:rPr lang="en-US" baseline="0" dirty="0" smtClean="0"/>
                        <a:t> 10^6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N= 10^8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99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16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93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22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5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12.2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274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7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T= 10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11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s / 299 </a:t>
                      </a:r>
                      <a:r>
                        <a:rPr lang="en-US" dirty="0" err="1" smtClean="0"/>
                        <a:t>ms</a:t>
                      </a:r>
                      <a:r>
                        <a:rPr lang="en-US" dirty="0" smtClean="0"/>
                        <a:t> 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549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116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</a:t>
            </a:r>
            <a:endParaRPr lang="ro-RO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cauza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duratei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lungi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rulare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programului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dorintei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trimite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proiectul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11:59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14.03.2022 ,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unele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rubric din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tabelele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teste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ramane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algoritmului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RadixSort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 fost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alese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 observant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timpul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executare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RadixSort-ul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2^16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aproximativ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jumatate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fata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2^8,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aproape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triplu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fata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2^16.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lucru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datorandu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vitezei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impartirilor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ShellSort-ul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asemenea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scos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destui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intrucat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 fost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fortat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renunt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teste din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criza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timp.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Programul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utilizat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putea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comoda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functionalitatii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algoritmilor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timpilor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739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220" y="2440139"/>
            <a:ext cx="9404723" cy="1400530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multumesc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atentie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o-RO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217816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163</TotalTime>
  <Words>920</Words>
  <Application>Microsoft Office PowerPoint</Application>
  <PresentationFormat>Widescreen</PresentationFormat>
  <Paragraphs>249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Century Gothic</vt:lpstr>
      <vt:lpstr>Times New Roman</vt:lpstr>
      <vt:lpstr>Wingdings 3</vt:lpstr>
      <vt:lpstr>Ion</vt:lpstr>
      <vt:lpstr>Tema 1 Laborator Structuri de date</vt:lpstr>
      <vt:lpstr>Algoritmii de sortare</vt:lpstr>
      <vt:lpstr>MergeSort</vt:lpstr>
      <vt:lpstr>RadixSort10 ( in baza 10 )</vt:lpstr>
      <vt:lpstr>RadixSort2_8 ( in baza 2^8 )</vt:lpstr>
      <vt:lpstr>RadixSort2_16 ( in baza 2^16 ) </vt:lpstr>
      <vt:lpstr>ShellSort</vt:lpstr>
      <vt:lpstr>BubbleSort</vt:lpstr>
      <vt:lpstr>Counting</vt:lpstr>
      <vt:lpstr>Concluzie</vt:lpstr>
      <vt:lpstr>Va multumesc pentru atentie!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 Laborator Structuri de date</dc:title>
  <dc:creator>Razvan-PC</dc:creator>
  <cp:lastModifiedBy>Razvan-PC</cp:lastModifiedBy>
  <cp:revision>14</cp:revision>
  <dcterms:created xsi:type="dcterms:W3CDTF">2022-03-14T17:20:37Z</dcterms:created>
  <dcterms:modified xsi:type="dcterms:W3CDTF">2022-03-14T20:03:58Z</dcterms:modified>
</cp:coreProperties>
</file>